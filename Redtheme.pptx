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18288" cy="5760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" name="Shape 1"/>
          <p:cNvSpPr/>
          <p:nvPr/>
        </p:nvSpPr>
        <p:spPr>
          <a:xfrm>
            <a:off x="9345168" y="548640"/>
            <a:ext cx="18288" cy="5760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Shape 2"/>
          <p:cNvSpPr/>
          <p:nvPr/>
        </p:nvSpPr>
        <p:spPr>
          <a:xfrm>
            <a:off x="9912096" y="548640"/>
            <a:ext cx="18288" cy="5760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10479024" y="548640"/>
            <a:ext cx="18288" cy="5760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11045952" y="548640"/>
            <a:ext cx="18288" cy="5760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548640"/>
            <a:ext cx="18288" cy="5760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IN-HOUSE, EXTENSIBLE ALTERNATIVE TO AIRFLOW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Orbiter</a:t>
            </a:r>
            <a:endParaRPr lang="en-US" sz="6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Workflow Orchestration &amp; Scheduling Platform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3D3D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892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31720" y="5175504"/>
            <a:ext cx="201168" cy="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48920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E200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60320" y="4892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69080" y="5175504"/>
            <a:ext cx="201168" cy="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97680" y="48920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3D3D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97680" y="4892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5175504"/>
            <a:ext cx="201168" cy="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35040" y="48920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E200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0" y="4892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43800" y="5175504"/>
            <a:ext cx="201168" cy="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72400" y="48920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3D3D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0" y="4892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jobs configured in production today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job orchestration is getting harder to manage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Workflow Volume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increasing number of workflows to define, run, and maintain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417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6459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Dependencies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with intricate, branching dependency chains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55864" y="1417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16459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8446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Workloads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spread across compute environments and services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Demands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754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timing across many concurrent jobs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9392" y="34747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37033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Needs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4754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status, health, and failures at scale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55864" y="34747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84464" y="37033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84464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84464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84464" y="4754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overhead to operate and support the platform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extensibility to support new workload types as they emerge.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orchestration needs → SG Orbiter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needed an in-house workflow orchestration solution capable of handling its specific enterprise workloads and execution requirements.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834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was the orchestration technology in use prior to SG Orbiter.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457200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89320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(prior orchestration)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281160" y="457200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281160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0" y="5029200"/>
            <a:ext cx="822960" cy="0"/>
          </a:xfrm>
          <a:prstGeom prst="line">
            <a:avLst/>
          </a:prstGeom>
          <a:noFill/>
          <a:ln w="31750">
            <a:solidFill>
              <a:srgbClr val="E2001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centralized platform for the full workflow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3017520"/>
            <a:ext cx="1874520" cy="1005840"/>
          </a:xfrm>
          <a:prstGeom prst="roundRect">
            <a:avLst>
              <a:gd name="adj" fmla="val 636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3017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94460" y="2286000"/>
            <a:ext cx="457200" cy="45720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944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96896" y="3520440"/>
            <a:ext cx="338328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3017520"/>
            <a:ext cx="1874520" cy="1005840"/>
          </a:xfrm>
          <a:prstGeom prst="roundRect">
            <a:avLst>
              <a:gd name="adj" fmla="val 6364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71800" y="3017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80460" y="2286000"/>
            <a:ext cx="457200" cy="45720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804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82896" y="3520440"/>
            <a:ext cx="338328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3017520"/>
            <a:ext cx="1874520" cy="1005840"/>
          </a:xfrm>
          <a:prstGeom prst="roundRect">
            <a:avLst>
              <a:gd name="adj" fmla="val 636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57800" y="3017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66460" y="2286000"/>
            <a:ext cx="457200" cy="45720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664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68896" y="3520440"/>
            <a:ext cx="338328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3017520"/>
            <a:ext cx="1874520" cy="1005840"/>
          </a:xfrm>
          <a:prstGeom prst="roundRect">
            <a:avLst>
              <a:gd name="adj" fmla="val 6364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43800" y="3017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2460" y="2286000"/>
            <a:ext cx="457200" cy="45720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524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54896" y="3520440"/>
            <a:ext cx="338328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3017520"/>
            <a:ext cx="1874520" cy="1005840"/>
          </a:xfrm>
          <a:prstGeom prst="roundRect">
            <a:avLst>
              <a:gd name="adj" fmla="val 636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29800" y="3017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38460" y="2286000"/>
            <a:ext cx="457200" cy="45720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384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572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 takes a workflow from definition through scheduling, execution, monitoring, and tracking — a single lifecycle managed end to end within one platform.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DIFFERENTIATOR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 .workflow language, built with ANTLR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E200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2167128"/>
            <a:ext cx="0" cy="164592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2368296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236829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ANTLR Parser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0" y="3026664"/>
            <a:ext cx="0" cy="164592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3227832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2278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Definition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3886200"/>
            <a:ext cx="0" cy="164592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4087368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408736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084064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standardized, extensible workflow definition layer rather than relying entirely on Python-based DAG definitions.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31920" y="1508760"/>
            <a:ext cx="7543800" cy="4709160"/>
          </a:xfrm>
          <a:prstGeom prst="roundRect">
            <a:avLst>
              <a:gd name="adj" fmla="val 1748"/>
            </a:avLst>
          </a:prstGeom>
          <a:solidFill>
            <a:srgbClr val="1F1F1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206240" y="1709928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example.workflow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2103120"/>
            <a:ext cx="6995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"daily_ingest"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"extract"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operator: shell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"run_extract.sh"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"transform"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operator: spark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["extract"]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"notify"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operator: 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["transform"]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schedule: "0 2 * * *"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not production configuration.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SG Orbiter is put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17720" y="1097280"/>
            <a:ext cx="2926080" cy="594360"/>
          </a:xfrm>
          <a:prstGeom prst="roundRect">
            <a:avLst>
              <a:gd name="adj" fmla="val 1076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617720" y="10972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0760" y="1691640"/>
            <a:ext cx="0" cy="256032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37560" y="1993392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37560" y="19933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993392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9933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691640"/>
            <a:ext cx="-1463040" cy="301752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080760" y="1691640"/>
            <a:ext cx="1463040" cy="301752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526280" y="2542032"/>
            <a:ext cx="0" cy="219456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2542032"/>
            <a:ext cx="0" cy="219456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26280" y="2761488"/>
            <a:ext cx="1554480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635240" y="2761488"/>
            <a:ext cx="-1554480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709160" y="2999232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09160" y="2999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3502152"/>
            <a:ext cx="0" cy="27432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94560" y="3776472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E200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194560" y="3776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Operator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3776472"/>
            <a:ext cx="-2743200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937760" y="3776472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6E6E6E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937760" y="3776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Operator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3776472"/>
            <a:ext cx="0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680960" y="3776472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6E6E6E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680960" y="3776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Operator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80760" y="3776472"/>
            <a:ext cx="2743200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3337560" y="4279392"/>
            <a:ext cx="0" cy="237744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331720" y="4517136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2331720" y="45171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37560" y="4974336"/>
            <a:ext cx="0" cy="237744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331720" y="521208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2331720" y="5212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Jobs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052560" y="1115568"/>
            <a:ext cx="2286000" cy="548640"/>
          </a:xfrm>
          <a:prstGeom prst="roundRect">
            <a:avLst>
              <a:gd name="adj" fmla="val 11667"/>
            </a:avLst>
          </a:prstGeom>
          <a:solidFill>
            <a:srgbClr val="2B2B2B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052560" y="1115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052560" y="1389888"/>
            <a:ext cx="-1508760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50292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Account is integrated as a supporting infrastructure component.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scheduling across workers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0" y="1554480"/>
            <a:ext cx="2560320" cy="64008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80060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83080" y="28803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83080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2194560"/>
            <a:ext cx="-3108960" cy="68580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20240" y="406908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E200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920240" y="4069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71800" y="3657600"/>
            <a:ext cx="0" cy="36576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92040" y="28803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92040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2194560"/>
            <a:ext cx="0" cy="68580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406908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E200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29200" y="4069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3657600"/>
            <a:ext cx="0" cy="36576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01000" y="28803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01000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2194560"/>
            <a:ext cx="3108960" cy="68580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38160" y="406908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E200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138160" y="4069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89720" y="3657600"/>
            <a:ext cx="0" cy="36576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" y="484632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5029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distributes work across multiple workers, enabling parallel task execution and horizontal scale for enterprise job volumes.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tasks execute in parallel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0" y="155448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66360" y="1554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240280"/>
            <a:ext cx="0" cy="32004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288036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88920" y="2880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560320"/>
            <a:ext cx="-2377440" cy="32004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03320" y="3566160"/>
            <a:ext cx="2377440" cy="64008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66360" y="288036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166360" y="2880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2560320"/>
            <a:ext cx="0" cy="32004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3566160"/>
            <a:ext cx="0" cy="64008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288036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543800" y="2880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2560320"/>
            <a:ext cx="2377440" cy="32004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58200" y="3566160"/>
            <a:ext cx="-2377440" cy="64008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66360" y="420624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E200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166360" y="4206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5074920"/>
            <a:ext cx="107899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523036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tasks — B, C, and D — execute concurrently where workflow dependencies allow, before converging on Task E.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Orbiter Operator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26280" y="141732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2628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 Core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26280" y="2331720"/>
            <a:ext cx="3108960" cy="548640"/>
          </a:xfrm>
          <a:prstGeom prst="roundRect">
            <a:avLst>
              <a:gd name="adj" fmla="val 11667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2628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Framework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2057400"/>
            <a:ext cx="0" cy="256032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3796" y="352044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" y="3520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Operator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2880360"/>
            <a:ext cx="-4443984" cy="64008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75788" y="352044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875788" y="3520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880360"/>
            <a:ext cx="-2221992" cy="64008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97780" y="352044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97780" y="3520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2880360"/>
            <a:ext cx="0" cy="64008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9772" y="352044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9772" y="3520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2880360"/>
            <a:ext cx="2221992" cy="64008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41764" y="352044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E200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541764" y="3520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2880360"/>
            <a:ext cx="4443984" cy="64008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" y="4937760"/>
            <a:ext cx="107899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by design. New operators can be added to support additional workload types as needs evolve.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VISUALIZATION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→ Visualization → Understandable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663440"/>
          </a:xfrm>
          <a:prstGeom prst="roundRect">
            <a:avLst>
              <a:gd name="adj" fmla="val 1765"/>
            </a:avLst>
          </a:prstGeom>
          <a:solidFill>
            <a:srgbClr val="1F1F1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.workflow configuration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"etl_pipeline"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"A" { operator: shell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"B" { depends_on: ["A"]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"C" { depends_on: ["A"]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"D" { depends_on: ["B","C"]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6642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workflow visualization (Mermaid)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06740" y="228600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0674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55180" y="315468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5518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58300" y="315468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5830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92540" y="2788920"/>
            <a:ext cx="-1051560" cy="36576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892540" y="2788920"/>
            <a:ext cx="1051560" cy="36576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06740" y="416052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E200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067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40980" y="3657600"/>
            <a:ext cx="1051560" cy="50292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44100" y="3657600"/>
            <a:ext cx="-1051560" cy="50292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446520" y="49834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renders workflow structure and configuration for fast understanding of complex workflows.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tracking (conceptual UI)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0789920" cy="4572000"/>
          </a:xfrm>
          <a:prstGeom prst="roundRect">
            <a:avLst>
              <a:gd name="adj" fmla="val 1800"/>
            </a:avLst>
          </a:prstGeom>
          <a:solidFill>
            <a:srgbClr val="1F1F1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6459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dashboard — not an actual screenshot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10312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240280"/>
            <a:ext cx="320040" cy="320040"/>
          </a:xfrm>
          <a:prstGeom prst="rect">
            <a:avLst>
              <a:gd name="adj" fmla="val 11429"/>
            </a:avLst>
          </a:prstGeom>
          <a:solidFill>
            <a:srgbClr val="E200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Status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1F1F1F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240280"/>
            <a:ext cx="320040" cy="320040"/>
          </a:xfrm>
          <a:prstGeom prst="rect">
            <a:avLst>
              <a:gd name="adj" fmla="val 11429"/>
            </a:avLst>
          </a:prstGeom>
          <a:solidFill>
            <a:srgbClr val="6E6E6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Status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210312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1F1F1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2240280"/>
            <a:ext cx="320040" cy="320040"/>
          </a:xfrm>
          <a:prstGeom prst="rect">
            <a:avLst>
              <a:gd name="adj" fmla="val 11429"/>
            </a:avLst>
          </a:prstGeom>
          <a:solidFill>
            <a:srgbClr val="6E6E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381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Jobs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374904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3886200"/>
            <a:ext cx="320040" cy="320040"/>
          </a:xfrm>
          <a:prstGeom prst="rect">
            <a:avLst>
              <a:gd name="adj" fmla="val 11429"/>
            </a:avLst>
          </a:prstGeom>
          <a:solidFill>
            <a:srgbClr val="E200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Jobs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374904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1F1F1F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720" y="3886200"/>
            <a:ext cx="320040" cy="320040"/>
          </a:xfrm>
          <a:prstGeom prst="rect">
            <a:avLst>
              <a:gd name="adj" fmla="val 11429"/>
            </a:avLst>
          </a:prstGeom>
          <a:solidFill>
            <a:srgbClr val="8C1A1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1772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Jobs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01000" y="374904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1F1F1F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0" y="3886200"/>
            <a:ext cx="320040" cy="320040"/>
          </a:xfrm>
          <a:prstGeom prst="rect">
            <a:avLst>
              <a:gd name="adj" fmla="val 11429"/>
            </a:avLst>
          </a:prstGeom>
          <a:solidFill>
            <a:srgbClr val="6E6E6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Tracking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JOBS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17720" y="1600200"/>
            <a:ext cx="2926080" cy="731520"/>
          </a:xfrm>
          <a:prstGeom prst="roundRect">
            <a:avLst>
              <a:gd name="adj" fmla="val 8750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617720" y="1600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Configuration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331720"/>
            <a:ext cx="0" cy="310896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17720" y="2715768"/>
            <a:ext cx="2926080" cy="731520"/>
          </a:xfrm>
          <a:prstGeom prst="roundRect">
            <a:avLst>
              <a:gd name="adj" fmla="val 875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27157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3447288"/>
            <a:ext cx="0" cy="310896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17720" y="3831336"/>
            <a:ext cx="2926080" cy="731520"/>
          </a:xfrm>
          <a:prstGeom prst="roundRect">
            <a:avLst>
              <a:gd name="adj" fmla="val 8750"/>
            </a:avLst>
          </a:prstGeom>
          <a:solidFill>
            <a:srgbClr val="E200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38313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/ Executed Job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94560" y="5257800"/>
            <a:ext cx="77724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423160" y="5394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Jobs are configured through the system as a mechanism for managing administrative and background jobs within the platform.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+ Kubernetes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17720" y="1463040"/>
            <a:ext cx="2926080" cy="685800"/>
          </a:xfrm>
          <a:prstGeom prst="roundRect">
            <a:avLst>
              <a:gd name="adj" fmla="val 9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617720" y="1463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71800" y="28803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971800" y="2880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8803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2880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-1737360" cy="73152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2148840"/>
            <a:ext cx="1737360" cy="73152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818120" y="3520440"/>
            <a:ext cx="0" cy="36576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46520" y="388620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E200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3886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Operator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4480560"/>
            <a:ext cx="0" cy="36576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46520" y="484632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46520" y="4846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Workloads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532120"/>
            <a:ext cx="107899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5840" y="566928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Account and Kubernetes are integrated infrastructure components; Kubernetes hosts the Spark Operator for distributed data-processing workloads.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once. Extend through operators.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0" y="1554480"/>
            <a:ext cx="1554480" cy="155448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03520" y="15544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87752" y="370332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87752" y="3703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3108960"/>
            <a:ext cx="-2715768" cy="59436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98264" y="370332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98264" y="3703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3108960"/>
            <a:ext cx="-905256" cy="59436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08776" y="370332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08776" y="3703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3108960"/>
            <a:ext cx="905256" cy="59436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19288" y="370332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19288" y="3703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Jobs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3108960"/>
            <a:ext cx="2715768" cy="59436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587752" y="3401568"/>
            <a:ext cx="6986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93008" y="480060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F1F1F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93008" y="4800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70248" y="4297680"/>
            <a:ext cx="0" cy="50292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480060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F1F1F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303520" y="4800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4297680"/>
            <a:ext cx="0" cy="50292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14032" y="480060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F1F1F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114032" y="4800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91272" y="4297680"/>
            <a:ext cx="0" cy="50292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493008" y="4498848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(not yet defined)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ADOPTION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usage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0" y="1828800"/>
            <a:ext cx="12161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2044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Configured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6634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F1F1F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230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46634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F1F1F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5230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Executions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46634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F1F1F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5230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Executions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0" y="46634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F1F1F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5230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Execution Time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Orbiter vs. Airflow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131613" cy="379476"/>
          </a:xfrm>
          <a:prstGeom prst="rect">
            <a:avLst/>
          </a:prstGeom>
          <a:solidFill>
            <a:srgbClr val="1A1A1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34533" y="1417320"/>
            <a:ext cx="3012034" cy="379476"/>
          </a:xfrm>
          <a:prstGeom prst="rect">
            <a:avLst/>
          </a:prstGeom>
          <a:solidFill>
            <a:srgbClr val="1A1A1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71693" y="141732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46566" y="1417320"/>
            <a:ext cx="3012034" cy="379476"/>
          </a:xfrm>
          <a:prstGeom prst="rect">
            <a:avLst/>
          </a:prstGeom>
          <a:solidFill>
            <a:srgbClr val="1A1A1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83726" y="141732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796796"/>
            <a:ext cx="5131613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796796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34533" y="1796796"/>
            <a:ext cx="3012034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71693" y="179679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46566" y="1796796"/>
            <a:ext cx="3012034" cy="379476"/>
          </a:xfrm>
          <a:prstGeom prst="rect">
            <a:avLst/>
          </a:prstGeom>
          <a:solidFill>
            <a:srgbClr val="F8D9D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83726" y="179679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176272"/>
            <a:ext cx="5131613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176272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.workflow language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34533" y="2176272"/>
            <a:ext cx="3012034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71693" y="2176272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46566" y="2176272"/>
            <a:ext cx="3012034" cy="379476"/>
          </a:xfrm>
          <a:prstGeom prst="rect">
            <a:avLst/>
          </a:prstGeom>
          <a:solidFill>
            <a:srgbClr val="FBE5E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83726" y="2176272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2555748"/>
            <a:ext cx="5131613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555748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ANTLR-based language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34533" y="2555748"/>
            <a:ext cx="3012034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71693" y="2555748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46566" y="2555748"/>
            <a:ext cx="3012034" cy="379476"/>
          </a:xfrm>
          <a:prstGeom prst="rect">
            <a:avLst/>
          </a:prstGeom>
          <a:solidFill>
            <a:srgbClr val="F8D9D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83726" y="2555748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2935224"/>
            <a:ext cx="5131613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935224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Spark Operator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34533" y="2935224"/>
            <a:ext cx="3012034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71693" y="2935224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integration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46566" y="2935224"/>
            <a:ext cx="3012034" cy="379476"/>
          </a:xfrm>
          <a:prstGeom prst="rect">
            <a:avLst/>
          </a:prstGeom>
          <a:solidFill>
            <a:srgbClr val="FBE5E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83726" y="2935224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3314700"/>
            <a:ext cx="5131613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314700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execution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34533" y="3314700"/>
            <a:ext cx="3012034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71693" y="331470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646566" y="3314700"/>
            <a:ext cx="3012034" cy="379476"/>
          </a:xfrm>
          <a:prstGeom prst="rect">
            <a:avLst/>
          </a:prstGeom>
          <a:solidFill>
            <a:srgbClr val="F8D9D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83726" y="331470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3694176"/>
            <a:ext cx="5131613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3694176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Operator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634533" y="3694176"/>
            <a:ext cx="3012034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71693" y="369417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646566" y="3694176"/>
            <a:ext cx="3012034" cy="379476"/>
          </a:xfrm>
          <a:prstGeom prst="rect">
            <a:avLst/>
          </a:prstGeom>
          <a:solidFill>
            <a:srgbClr val="FBE5E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783726" y="369417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4073652"/>
            <a:ext cx="5131613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080" y="4073652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634533" y="4073652"/>
            <a:ext cx="3012034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771693" y="4073652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646566" y="4073652"/>
            <a:ext cx="3012034" cy="379476"/>
          </a:xfrm>
          <a:prstGeom prst="rect">
            <a:avLst/>
          </a:prstGeom>
          <a:solidFill>
            <a:srgbClr val="F8D9D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783726" y="4073652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02920" y="4453128"/>
            <a:ext cx="5131613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080" y="4453128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tasks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634533" y="4453128"/>
            <a:ext cx="3012034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771693" y="4453128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646566" y="4453128"/>
            <a:ext cx="3012034" cy="379476"/>
          </a:xfrm>
          <a:prstGeom prst="rect">
            <a:avLst/>
          </a:prstGeom>
          <a:solidFill>
            <a:srgbClr val="FBE5E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783726" y="4453128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02920" y="4832604"/>
            <a:ext cx="5131613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0080" y="4832604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visualization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634533" y="4832604"/>
            <a:ext cx="3012034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771693" y="4832604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possible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646566" y="4832604"/>
            <a:ext cx="3012034" cy="379476"/>
          </a:xfrm>
          <a:prstGeom prst="rect">
            <a:avLst/>
          </a:prstGeom>
          <a:solidFill>
            <a:srgbClr val="F8D9D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783726" y="4832604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02920" y="5212080"/>
            <a:ext cx="5131613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0080" y="5212080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operators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634533" y="5212080"/>
            <a:ext cx="3012034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771693" y="521208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8646566" y="5212080"/>
            <a:ext cx="3012034" cy="379476"/>
          </a:xfrm>
          <a:prstGeom prst="rect">
            <a:avLst/>
          </a:prstGeom>
          <a:solidFill>
            <a:srgbClr val="FBE5E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783726" y="521208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02920" y="5591556"/>
            <a:ext cx="5131613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40080" y="5591556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internal adoption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634533" y="5591556"/>
            <a:ext cx="3012034" cy="379476"/>
          </a:xfrm>
          <a:prstGeom prst="rect">
            <a:avLst/>
          </a:prstGeom>
          <a:solidFill>
            <a:srgbClr val="EFEFE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771693" y="559155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8646566" y="5591556"/>
            <a:ext cx="3012034" cy="379476"/>
          </a:xfrm>
          <a:prstGeom prst="rect">
            <a:avLst/>
          </a:prstGeom>
          <a:solidFill>
            <a:srgbClr val="F8D9D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783726" y="559155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jobs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502920" y="61539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reflects why SG Orbiter was built for the organization's specific requirements — not a claim of universal superiority.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ADVANTAGES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architecture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" y="1691640"/>
            <a:ext cx="502920" cy="50292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581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Workflow Language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47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configuration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9380" y="1691640"/>
            <a:ext cx="502920" cy="50292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93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581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Operators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947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different workload types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670048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0100" y="2944368"/>
            <a:ext cx="502920" cy="50292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010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task execution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670048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9380" y="2944368"/>
            <a:ext cx="502920" cy="50292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938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independent tasks concurrently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922776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0100" y="4197096"/>
            <a:ext cx="502920" cy="50292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087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Tracking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453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visibility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3922776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69380" y="4197096"/>
            <a:ext cx="502920" cy="50292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6938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087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Visualization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4453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complex workflows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5175504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0100" y="5449824"/>
            <a:ext cx="502920" cy="50292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0100" y="5449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5340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Integration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554480" y="57058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compute orchestration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next, and future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20440" cy="47548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352044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" y="2249424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121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 engine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2779776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.workflow language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31012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182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ANTLR parser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840480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7124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370832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2428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operators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4901184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773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tracking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431536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303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configured jobs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79392" y="1417320"/>
            <a:ext cx="3520440" cy="47548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79392" y="1417320"/>
            <a:ext cx="3520440" cy="54864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79392" y="1417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35424" y="2249424"/>
            <a:ext cx="91440" cy="91440"/>
          </a:xfrm>
          <a:prstGeom prst="ellipse">
            <a:avLst/>
          </a:prstGeom>
          <a:solidFill>
            <a:srgbClr val="9A9A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36592" y="2121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35424" y="2779776"/>
            <a:ext cx="91440" cy="91440"/>
          </a:xfrm>
          <a:prstGeom prst="ellipse">
            <a:avLst/>
          </a:prstGeom>
          <a:solidFill>
            <a:srgbClr val="9A9A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36592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35424" y="3310128"/>
            <a:ext cx="91440" cy="91440"/>
          </a:xfrm>
          <a:prstGeom prst="ellipse">
            <a:avLst/>
          </a:prstGeom>
          <a:solidFill>
            <a:srgbClr val="9A9A9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36592" y="3182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55864" y="1417320"/>
            <a:ext cx="3520440" cy="47548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55864" y="1417320"/>
            <a:ext cx="3520440" cy="54864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55864" y="1417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311896" y="2249424"/>
            <a:ext cx="91440" cy="91440"/>
          </a:xfrm>
          <a:prstGeom prst="ellipse">
            <a:avLst/>
          </a:prstGeom>
          <a:solidFill>
            <a:srgbClr val="9A9A9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13064" y="2121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11896" y="2779776"/>
            <a:ext cx="91440" cy="91440"/>
          </a:xfrm>
          <a:prstGeom prst="ellipse">
            <a:avLst/>
          </a:prstGeom>
          <a:solidFill>
            <a:srgbClr val="9A9A9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13064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11896" y="3310128"/>
            <a:ext cx="91440" cy="91440"/>
          </a:xfrm>
          <a:prstGeom prst="ellipse">
            <a:avLst/>
          </a:prstGeom>
          <a:solidFill>
            <a:srgbClr val="9A9A9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13064" y="3182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orchestration layer for every enterprise workload.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400300" y="1600200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40030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14900" y="1600200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1490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29500" y="1600200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2950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Tasks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00300" y="2350008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400300" y="23500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Jobs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14900" y="2350008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3D3D3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14900" y="23500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29500" y="2350008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1F1F1F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29500" y="23500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Workloads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3236976"/>
            <a:ext cx="0" cy="365760"/>
          </a:xfrm>
          <a:prstGeom prst="line">
            <a:avLst/>
          </a:prstGeom>
          <a:noFill/>
          <a:ln w="31750">
            <a:solidFill>
              <a:srgbClr val="E200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51960" y="3602736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E200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251960" y="360273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Orbiter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Define. Schedule. Execute. Monitor.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587752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8992" y="24597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workflow language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37760" y="2587752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93792" y="24597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182112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3054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37760" y="3182112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93792" y="3054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operators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776472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3648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integration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37760" y="3776472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93792" y="3648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jobs configured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3D3D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074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95728" y="5326380"/>
            <a:ext cx="128016" cy="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42032" y="50749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E200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542032" y="5074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5326380"/>
            <a:ext cx="128016" cy="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61104" y="50749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3D3D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61104" y="5074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33872" y="5326380"/>
            <a:ext cx="128016" cy="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80176" y="50749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E200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80176" y="5074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52944" y="5326380"/>
            <a:ext cx="128016" cy="0"/>
          </a:xfrm>
          <a:prstGeom prst="line">
            <a:avLst/>
          </a:prstGeom>
          <a:noFill/>
          <a:ln w="1905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99248" y="50749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3D3D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99248" y="5074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2026-08-31T08:52:39Z</dcterms:created>
  <dcterms:modified xsi:type="dcterms:W3CDTF">2026-08-31T08:52:39Z</dcterms:modified>
</cp:coreProperties>
</file>